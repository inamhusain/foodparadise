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0CE93EE-6AF6-4EB2-8495-25389F008086}">
          <p14:sldIdLst>
            <p14:sldId id="256"/>
            <p14:sldId id="258"/>
            <p14:sldId id="257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48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0" autoAdjust="0"/>
    <p:restoredTop sz="94199" autoAdjust="0"/>
  </p:normalViewPr>
  <p:slideViewPr>
    <p:cSldViewPr snapToGrid="0" showGuides="1">
      <p:cViewPr>
        <p:scale>
          <a:sx n="60" d="100"/>
          <a:sy n="60" d="100"/>
        </p:scale>
        <p:origin x="1700" y="276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FFB95D-1F01-478A-B2B6-3429F75A5AC3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CE219-2010-4518-938D-C8224E7F7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923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CE219-2010-4518-938D-C8224E7F762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377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CE219-2010-4518-938D-C8224E7F762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741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CE219-2010-4518-938D-C8224E7F762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44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913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54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56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28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5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427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909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23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61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0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8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9A002-716B-4312-8055-C97A15511830}" type="datetimeFigureOut">
              <a:rPr lang="en-IN" smtClean="0"/>
              <a:t>2021-03-09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89066-8034-440B-A812-E852F1973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763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reeform 24"/>
          <p:cNvSpPr/>
          <p:nvPr/>
        </p:nvSpPr>
        <p:spPr>
          <a:xfrm rot="7506492">
            <a:off x="-2606043" y="-1194856"/>
            <a:ext cx="10516949" cy="6979322"/>
          </a:xfrm>
          <a:custGeom>
            <a:avLst/>
            <a:gdLst>
              <a:gd name="connsiteX0" fmla="*/ 4906643 w 10516949"/>
              <a:gd name="connsiteY0" fmla="*/ 6979322 h 6979322"/>
              <a:gd name="connsiteX1" fmla="*/ 0 w 10516949"/>
              <a:gd name="connsiteY1" fmla="*/ 0 h 6979322"/>
              <a:gd name="connsiteX2" fmla="*/ 8383172 w 10516949"/>
              <a:gd name="connsiteY2" fmla="*/ 0 h 6979322"/>
              <a:gd name="connsiteX3" fmla="*/ 10516949 w 10516949"/>
              <a:gd name="connsiteY3" fmla="*/ 3035133 h 6979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16949" h="6979322">
                <a:moveTo>
                  <a:pt x="4906643" y="6979322"/>
                </a:moveTo>
                <a:lnTo>
                  <a:pt x="0" y="0"/>
                </a:lnTo>
                <a:lnTo>
                  <a:pt x="8383172" y="0"/>
                </a:lnTo>
                <a:lnTo>
                  <a:pt x="10516949" y="3035133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/>
          <p:cNvSpPr txBox="1"/>
          <p:nvPr/>
        </p:nvSpPr>
        <p:spPr>
          <a:xfrm>
            <a:off x="1" y="2658140"/>
            <a:ext cx="6188149" cy="9233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54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01600" dist="50800" dir="2700000" algn="tl" rotWithShape="0">
                    <a:prstClr val="black">
                      <a:alpha val="42000"/>
                    </a:prstClr>
                  </a:outerShdw>
                </a:effectLst>
                <a:latin typeface="Bauhaus 93" panose="04030905020B02020C02" pitchFamily="82" charset="0"/>
              </a:rPr>
              <a:t>FOOD PARADISE</a:t>
            </a:r>
            <a:endParaRPr lang="en-IN" sz="54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101600" dist="50800" dir="2700000" algn="tl" rotWithShape="0">
                  <a:prstClr val="black">
                    <a:alpha val="42000"/>
                  </a:prst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87879" y="5709684"/>
            <a:ext cx="42530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IN" sz="3200" b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INAMHUSAIN</a:t>
            </a:r>
            <a:endParaRPr lang="en-IN" sz="3200" b="1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459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76200" dist="63500" dir="2700000" algn="tl" rotWithShape="0">
                    <a:prstClr val="black">
                      <a:alpha val="40000"/>
                    </a:prstClr>
                  </a:outerShdw>
                </a:effectLst>
              </a:rPr>
              <a:t>INTRODUCTION </a:t>
            </a:r>
            <a:endParaRPr lang="en-IN" sz="7200" b="1" dirty="0">
              <a:solidFill>
                <a:schemeClr val="bg1">
                  <a:lumMod val="95000"/>
                </a:schemeClr>
              </a:solidFill>
              <a:effectLst>
                <a:outerShdw blurRad="76200" dist="635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3784283" y="1200329"/>
            <a:ext cx="5038086" cy="5657672"/>
          </a:xfrm>
          <a:custGeom>
            <a:avLst/>
            <a:gdLst>
              <a:gd name="connsiteX0" fmla="*/ 3913333 w 5038086"/>
              <a:gd name="connsiteY0" fmla="*/ 0 h 5657672"/>
              <a:gd name="connsiteX1" fmla="*/ 5038086 w 5038086"/>
              <a:gd name="connsiteY1" fmla="*/ 0 h 5657672"/>
              <a:gd name="connsiteX2" fmla="*/ 1124755 w 5038086"/>
              <a:gd name="connsiteY2" fmla="*/ 5657672 h 5657672"/>
              <a:gd name="connsiteX3" fmla="*/ 0 w 5038086"/>
              <a:gd name="connsiteY3" fmla="*/ 5657672 h 5657672"/>
              <a:gd name="connsiteX4" fmla="*/ 3913333 w 5038086"/>
              <a:gd name="connsiteY4" fmla="*/ 0 h 565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086" h="5657672">
                <a:moveTo>
                  <a:pt x="3913333" y="0"/>
                </a:moveTo>
                <a:lnTo>
                  <a:pt x="5038086" y="0"/>
                </a:lnTo>
                <a:lnTo>
                  <a:pt x="1124755" y="5657672"/>
                </a:lnTo>
                <a:lnTo>
                  <a:pt x="0" y="5657672"/>
                </a:lnTo>
                <a:lnTo>
                  <a:pt x="3913333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Freeform 41"/>
          <p:cNvSpPr/>
          <p:nvPr/>
        </p:nvSpPr>
        <p:spPr>
          <a:xfrm>
            <a:off x="5393344" y="1200329"/>
            <a:ext cx="5038086" cy="5657672"/>
          </a:xfrm>
          <a:custGeom>
            <a:avLst/>
            <a:gdLst>
              <a:gd name="connsiteX0" fmla="*/ 3913333 w 5038086"/>
              <a:gd name="connsiteY0" fmla="*/ 0 h 5657672"/>
              <a:gd name="connsiteX1" fmla="*/ 5038086 w 5038086"/>
              <a:gd name="connsiteY1" fmla="*/ 0 h 5657672"/>
              <a:gd name="connsiteX2" fmla="*/ 1124755 w 5038086"/>
              <a:gd name="connsiteY2" fmla="*/ 5657672 h 5657672"/>
              <a:gd name="connsiteX3" fmla="*/ 0 w 5038086"/>
              <a:gd name="connsiteY3" fmla="*/ 5657672 h 5657672"/>
              <a:gd name="connsiteX4" fmla="*/ 3913333 w 5038086"/>
              <a:gd name="connsiteY4" fmla="*/ 0 h 565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086" h="5657672">
                <a:moveTo>
                  <a:pt x="3913333" y="0"/>
                </a:moveTo>
                <a:lnTo>
                  <a:pt x="5038086" y="0"/>
                </a:lnTo>
                <a:lnTo>
                  <a:pt x="1124755" y="5657672"/>
                </a:lnTo>
                <a:lnTo>
                  <a:pt x="0" y="5657672"/>
                </a:lnTo>
                <a:lnTo>
                  <a:pt x="3913333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9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Freeform 40"/>
          <p:cNvSpPr/>
          <p:nvPr/>
        </p:nvSpPr>
        <p:spPr>
          <a:xfrm>
            <a:off x="566162" y="1200331"/>
            <a:ext cx="5038085" cy="5657671"/>
          </a:xfrm>
          <a:custGeom>
            <a:avLst/>
            <a:gdLst>
              <a:gd name="connsiteX0" fmla="*/ 3913332 w 5038085"/>
              <a:gd name="connsiteY0" fmla="*/ 0 h 5657671"/>
              <a:gd name="connsiteX1" fmla="*/ 5038085 w 5038085"/>
              <a:gd name="connsiteY1" fmla="*/ 0 h 5657671"/>
              <a:gd name="connsiteX2" fmla="*/ 1124754 w 5038085"/>
              <a:gd name="connsiteY2" fmla="*/ 5657671 h 5657671"/>
              <a:gd name="connsiteX3" fmla="*/ 0 w 5038085"/>
              <a:gd name="connsiteY3" fmla="*/ 5657671 h 5657671"/>
              <a:gd name="connsiteX4" fmla="*/ 3913332 w 5038085"/>
              <a:gd name="connsiteY4" fmla="*/ 0 h 5657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085" h="5657671">
                <a:moveTo>
                  <a:pt x="3913332" y="0"/>
                </a:moveTo>
                <a:lnTo>
                  <a:pt x="5038085" y="0"/>
                </a:lnTo>
                <a:lnTo>
                  <a:pt x="1124754" y="5657671"/>
                </a:lnTo>
                <a:lnTo>
                  <a:pt x="0" y="5657671"/>
                </a:lnTo>
                <a:lnTo>
                  <a:pt x="3913332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Freeform 39"/>
          <p:cNvSpPr/>
          <p:nvPr/>
        </p:nvSpPr>
        <p:spPr>
          <a:xfrm>
            <a:off x="2175223" y="1200331"/>
            <a:ext cx="5038085" cy="5657671"/>
          </a:xfrm>
          <a:custGeom>
            <a:avLst/>
            <a:gdLst>
              <a:gd name="connsiteX0" fmla="*/ 3913332 w 5038085"/>
              <a:gd name="connsiteY0" fmla="*/ 0 h 5657671"/>
              <a:gd name="connsiteX1" fmla="*/ 5038085 w 5038085"/>
              <a:gd name="connsiteY1" fmla="*/ 0 h 5657671"/>
              <a:gd name="connsiteX2" fmla="*/ 1124754 w 5038085"/>
              <a:gd name="connsiteY2" fmla="*/ 5657671 h 5657671"/>
              <a:gd name="connsiteX3" fmla="*/ 0 w 5038085"/>
              <a:gd name="connsiteY3" fmla="*/ 5657671 h 5657671"/>
              <a:gd name="connsiteX4" fmla="*/ 3913332 w 5038085"/>
              <a:gd name="connsiteY4" fmla="*/ 0 h 5657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085" h="5657671">
                <a:moveTo>
                  <a:pt x="3913332" y="0"/>
                </a:moveTo>
                <a:lnTo>
                  <a:pt x="5038085" y="0"/>
                </a:lnTo>
                <a:lnTo>
                  <a:pt x="1124754" y="5657671"/>
                </a:lnTo>
                <a:lnTo>
                  <a:pt x="0" y="5657671"/>
                </a:lnTo>
                <a:lnTo>
                  <a:pt x="3913332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-8427" y="1200328"/>
            <a:ext cx="12192000" cy="5657672"/>
          </a:xfrm>
          <a:prstGeom prst="rect">
            <a:avLst/>
          </a:prstGeom>
          <a:solidFill>
            <a:schemeClr val="tx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1" name="TextBox 50"/>
          <p:cNvSpPr txBox="1"/>
          <p:nvPr/>
        </p:nvSpPr>
        <p:spPr>
          <a:xfrm>
            <a:off x="8427" y="3858941"/>
            <a:ext cx="12200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 smtClean="0">
                <a:solidFill>
                  <a:schemeClr val="bg1">
                    <a:lumMod val="75000"/>
                  </a:schemeClr>
                </a:solidFill>
                <a:latin typeface="Berlin Sans FB Demi" panose="020E0802020502020306" pitchFamily="34" charset="0"/>
              </a:rPr>
              <a:t>Definition</a:t>
            </a:r>
            <a:r>
              <a:rPr lang="en-IN" sz="4000" b="1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IN" sz="4000" b="1" dirty="0" smtClean="0">
                <a:solidFill>
                  <a:schemeClr val="bg1">
                    <a:lumMod val="75000"/>
                  </a:schemeClr>
                </a:solidFill>
                <a:latin typeface="Berlin Sans FB Demi" panose="020E0802020502020306" pitchFamily="34" charset="0"/>
              </a:rPr>
              <a:t>:-</a:t>
            </a:r>
            <a:endParaRPr lang="en-IN" sz="4000" b="1" dirty="0">
              <a:solidFill>
                <a:schemeClr val="bg1">
                  <a:lumMod val="7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" y="4566827"/>
            <a:ext cx="12208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 smtClean="0">
                <a:solidFill>
                  <a:schemeClr val="bg1"/>
                </a:solidFill>
              </a:rPr>
              <a:t>- Online Food Delivery System.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6853" y="178913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 smtClean="0">
                <a:solidFill>
                  <a:schemeClr val="bg1">
                    <a:lumMod val="75000"/>
                  </a:schemeClr>
                </a:solidFill>
                <a:latin typeface="Berlin Sans FB Demi" panose="020E0802020502020306" pitchFamily="34" charset="0"/>
              </a:rPr>
              <a:t>Name Of Project :-</a:t>
            </a:r>
            <a:endParaRPr lang="en-IN" sz="4000" dirty="0">
              <a:solidFill>
                <a:schemeClr val="bg1">
                  <a:lumMod val="7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6852" y="2593206"/>
            <a:ext cx="12208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 smtClean="0">
                <a:solidFill>
                  <a:schemeClr val="bg1"/>
                </a:solidFill>
              </a:rPr>
              <a:t>FOOD PARADISE.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0" y="5201933"/>
            <a:ext cx="122088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 smtClean="0">
                <a:solidFill>
                  <a:schemeClr val="bg1"/>
                </a:solidFill>
              </a:rPr>
              <a:t>- Order your Food at home.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228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3" grpId="0" animBg="1"/>
      <p:bldP spid="42" grpId="0" animBg="1"/>
      <p:bldP spid="41" grpId="0" animBg="1"/>
      <p:bldP spid="40" grpId="0" animBg="1"/>
      <p:bldP spid="51" grpId="0"/>
      <p:bldP spid="53" grpId="0"/>
      <p:bldP spid="54" grpId="0"/>
      <p:bldP spid="57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76200" dist="63500" dir="2700000" algn="tl" rotWithShape="0">
                    <a:prstClr val="black">
                      <a:alpha val="40000"/>
                    </a:prstClr>
                  </a:outerShdw>
                </a:effectLst>
              </a:rPr>
              <a:t>TOPICS</a:t>
            </a:r>
            <a:endParaRPr lang="en-IN" sz="7200" b="1" dirty="0">
              <a:solidFill>
                <a:schemeClr val="bg1">
                  <a:lumMod val="95000"/>
                </a:schemeClr>
              </a:solidFill>
              <a:effectLst>
                <a:outerShdw blurRad="76200" dist="635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-6485860" y="1998763"/>
            <a:ext cx="6277009" cy="1010093"/>
          </a:xfrm>
          <a:custGeom>
            <a:avLst/>
            <a:gdLst>
              <a:gd name="connsiteX0" fmla="*/ 0 w 6464852"/>
              <a:gd name="connsiteY0" fmla="*/ 0 h 1010093"/>
              <a:gd name="connsiteX1" fmla="*/ 5408685 w 6464852"/>
              <a:gd name="connsiteY1" fmla="*/ 9451 h 1010093"/>
              <a:gd name="connsiteX2" fmla="*/ 5408685 w 6464852"/>
              <a:gd name="connsiteY2" fmla="*/ 9418 h 1010093"/>
              <a:gd name="connsiteX3" fmla="*/ 5408938 w 6464852"/>
              <a:gd name="connsiteY3" fmla="*/ 9208 h 1010093"/>
              <a:gd name="connsiteX4" fmla="*/ 6223593 w 6464852"/>
              <a:gd name="connsiteY4" fmla="*/ 9208 h 1010093"/>
              <a:gd name="connsiteX5" fmla="*/ 6274885 w 6464852"/>
              <a:gd name="connsiteY5" fmla="*/ 51875 h 1010093"/>
              <a:gd name="connsiteX6" fmla="*/ 6464852 w 6464852"/>
              <a:gd name="connsiteY6" fmla="*/ 514254 h 1010093"/>
              <a:gd name="connsiteX7" fmla="*/ 6274885 w 6464852"/>
              <a:gd name="connsiteY7" fmla="*/ 976632 h 1010093"/>
              <a:gd name="connsiteX8" fmla="*/ 6234661 w 6464852"/>
              <a:gd name="connsiteY8" fmla="*/ 1010093 h 1010093"/>
              <a:gd name="connsiteX9" fmla="*/ 6095998 w 6464852"/>
              <a:gd name="connsiteY9" fmla="*/ 1009851 h 1010093"/>
              <a:gd name="connsiteX10" fmla="*/ 6096000 w 6464852"/>
              <a:gd name="connsiteY10" fmla="*/ 1010093 h 1010093"/>
              <a:gd name="connsiteX11" fmla="*/ 0 w 6464852"/>
              <a:gd name="connsiteY11" fmla="*/ 1010093 h 10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4852" h="1010093">
                <a:moveTo>
                  <a:pt x="0" y="0"/>
                </a:moveTo>
                <a:lnTo>
                  <a:pt x="5408685" y="9451"/>
                </a:lnTo>
                <a:lnTo>
                  <a:pt x="5408685" y="9418"/>
                </a:lnTo>
                <a:lnTo>
                  <a:pt x="5408938" y="9208"/>
                </a:lnTo>
                <a:lnTo>
                  <a:pt x="6223593" y="9208"/>
                </a:lnTo>
                <a:lnTo>
                  <a:pt x="6274885" y="51875"/>
                </a:lnTo>
                <a:cubicBezTo>
                  <a:pt x="6392256" y="170208"/>
                  <a:pt x="6464852" y="333684"/>
                  <a:pt x="6464852" y="514254"/>
                </a:cubicBezTo>
                <a:cubicBezTo>
                  <a:pt x="6464852" y="694824"/>
                  <a:pt x="6392256" y="858299"/>
                  <a:pt x="6274885" y="976632"/>
                </a:cubicBezTo>
                <a:lnTo>
                  <a:pt x="6234661" y="1010093"/>
                </a:lnTo>
                <a:lnTo>
                  <a:pt x="6095998" y="1009851"/>
                </a:lnTo>
                <a:lnTo>
                  <a:pt x="6096000" y="1010093"/>
                </a:lnTo>
                <a:lnTo>
                  <a:pt x="0" y="1010093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 19"/>
          <p:cNvSpPr/>
          <p:nvPr/>
        </p:nvSpPr>
        <p:spPr>
          <a:xfrm>
            <a:off x="-5199321" y="3620383"/>
            <a:ext cx="4990469" cy="1010093"/>
          </a:xfrm>
          <a:custGeom>
            <a:avLst/>
            <a:gdLst>
              <a:gd name="connsiteX0" fmla="*/ 0 w 6464852"/>
              <a:gd name="connsiteY0" fmla="*/ 0 h 1010093"/>
              <a:gd name="connsiteX1" fmla="*/ 5408685 w 6464852"/>
              <a:gd name="connsiteY1" fmla="*/ 9451 h 1010093"/>
              <a:gd name="connsiteX2" fmla="*/ 5408685 w 6464852"/>
              <a:gd name="connsiteY2" fmla="*/ 9418 h 1010093"/>
              <a:gd name="connsiteX3" fmla="*/ 5408938 w 6464852"/>
              <a:gd name="connsiteY3" fmla="*/ 9208 h 1010093"/>
              <a:gd name="connsiteX4" fmla="*/ 6223593 w 6464852"/>
              <a:gd name="connsiteY4" fmla="*/ 9208 h 1010093"/>
              <a:gd name="connsiteX5" fmla="*/ 6274885 w 6464852"/>
              <a:gd name="connsiteY5" fmla="*/ 51875 h 1010093"/>
              <a:gd name="connsiteX6" fmla="*/ 6464852 w 6464852"/>
              <a:gd name="connsiteY6" fmla="*/ 514254 h 1010093"/>
              <a:gd name="connsiteX7" fmla="*/ 6274885 w 6464852"/>
              <a:gd name="connsiteY7" fmla="*/ 976632 h 1010093"/>
              <a:gd name="connsiteX8" fmla="*/ 6234661 w 6464852"/>
              <a:gd name="connsiteY8" fmla="*/ 1010093 h 1010093"/>
              <a:gd name="connsiteX9" fmla="*/ 6095998 w 6464852"/>
              <a:gd name="connsiteY9" fmla="*/ 1009851 h 1010093"/>
              <a:gd name="connsiteX10" fmla="*/ 6096000 w 6464852"/>
              <a:gd name="connsiteY10" fmla="*/ 1010093 h 1010093"/>
              <a:gd name="connsiteX11" fmla="*/ 0 w 6464852"/>
              <a:gd name="connsiteY11" fmla="*/ 1010093 h 10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4852" h="1010093">
                <a:moveTo>
                  <a:pt x="0" y="0"/>
                </a:moveTo>
                <a:lnTo>
                  <a:pt x="5408685" y="9451"/>
                </a:lnTo>
                <a:lnTo>
                  <a:pt x="5408685" y="9418"/>
                </a:lnTo>
                <a:lnTo>
                  <a:pt x="5408938" y="9208"/>
                </a:lnTo>
                <a:lnTo>
                  <a:pt x="6223593" y="9208"/>
                </a:lnTo>
                <a:lnTo>
                  <a:pt x="6274885" y="51875"/>
                </a:lnTo>
                <a:cubicBezTo>
                  <a:pt x="6392256" y="170208"/>
                  <a:pt x="6464852" y="333684"/>
                  <a:pt x="6464852" y="514254"/>
                </a:cubicBezTo>
                <a:cubicBezTo>
                  <a:pt x="6464852" y="694824"/>
                  <a:pt x="6392256" y="858299"/>
                  <a:pt x="6274885" y="976632"/>
                </a:cubicBezTo>
                <a:lnTo>
                  <a:pt x="6234661" y="1010093"/>
                </a:lnTo>
                <a:lnTo>
                  <a:pt x="6095998" y="1009851"/>
                </a:lnTo>
                <a:lnTo>
                  <a:pt x="6096000" y="1010093"/>
                </a:lnTo>
                <a:lnTo>
                  <a:pt x="0" y="1010093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reeform 20"/>
          <p:cNvSpPr/>
          <p:nvPr/>
        </p:nvSpPr>
        <p:spPr>
          <a:xfrm>
            <a:off x="-4284921" y="5137295"/>
            <a:ext cx="4076069" cy="1010093"/>
          </a:xfrm>
          <a:custGeom>
            <a:avLst/>
            <a:gdLst>
              <a:gd name="connsiteX0" fmla="*/ 0 w 6464852"/>
              <a:gd name="connsiteY0" fmla="*/ 0 h 1010093"/>
              <a:gd name="connsiteX1" fmla="*/ 5408685 w 6464852"/>
              <a:gd name="connsiteY1" fmla="*/ 9451 h 1010093"/>
              <a:gd name="connsiteX2" fmla="*/ 5408685 w 6464852"/>
              <a:gd name="connsiteY2" fmla="*/ 9418 h 1010093"/>
              <a:gd name="connsiteX3" fmla="*/ 5408938 w 6464852"/>
              <a:gd name="connsiteY3" fmla="*/ 9208 h 1010093"/>
              <a:gd name="connsiteX4" fmla="*/ 6223593 w 6464852"/>
              <a:gd name="connsiteY4" fmla="*/ 9208 h 1010093"/>
              <a:gd name="connsiteX5" fmla="*/ 6274885 w 6464852"/>
              <a:gd name="connsiteY5" fmla="*/ 51875 h 1010093"/>
              <a:gd name="connsiteX6" fmla="*/ 6464852 w 6464852"/>
              <a:gd name="connsiteY6" fmla="*/ 514254 h 1010093"/>
              <a:gd name="connsiteX7" fmla="*/ 6274885 w 6464852"/>
              <a:gd name="connsiteY7" fmla="*/ 976632 h 1010093"/>
              <a:gd name="connsiteX8" fmla="*/ 6234661 w 6464852"/>
              <a:gd name="connsiteY8" fmla="*/ 1010093 h 1010093"/>
              <a:gd name="connsiteX9" fmla="*/ 6095998 w 6464852"/>
              <a:gd name="connsiteY9" fmla="*/ 1009851 h 1010093"/>
              <a:gd name="connsiteX10" fmla="*/ 6096000 w 6464852"/>
              <a:gd name="connsiteY10" fmla="*/ 1010093 h 1010093"/>
              <a:gd name="connsiteX11" fmla="*/ 0 w 6464852"/>
              <a:gd name="connsiteY11" fmla="*/ 1010093 h 10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4852" h="1010093">
                <a:moveTo>
                  <a:pt x="0" y="0"/>
                </a:moveTo>
                <a:lnTo>
                  <a:pt x="5408685" y="9451"/>
                </a:lnTo>
                <a:lnTo>
                  <a:pt x="5408685" y="9418"/>
                </a:lnTo>
                <a:lnTo>
                  <a:pt x="5408938" y="9208"/>
                </a:lnTo>
                <a:lnTo>
                  <a:pt x="6223593" y="9208"/>
                </a:lnTo>
                <a:lnTo>
                  <a:pt x="6274885" y="51875"/>
                </a:lnTo>
                <a:cubicBezTo>
                  <a:pt x="6392256" y="170208"/>
                  <a:pt x="6464852" y="333684"/>
                  <a:pt x="6464852" y="514254"/>
                </a:cubicBezTo>
                <a:cubicBezTo>
                  <a:pt x="6464852" y="694824"/>
                  <a:pt x="6392256" y="858299"/>
                  <a:pt x="6274885" y="976632"/>
                </a:cubicBezTo>
                <a:lnTo>
                  <a:pt x="6234661" y="1010093"/>
                </a:lnTo>
                <a:lnTo>
                  <a:pt x="6095998" y="1009851"/>
                </a:lnTo>
                <a:lnTo>
                  <a:pt x="6096000" y="1010093"/>
                </a:lnTo>
                <a:lnTo>
                  <a:pt x="0" y="1010093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>
            <a:off x="-102781" y="2244715"/>
            <a:ext cx="6113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N</a:t>
            </a:r>
            <a:r>
              <a:rPr lang="en-IN" sz="2800" b="1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eed for System Development </a:t>
            </a:r>
            <a:endParaRPr lang="en-IN" sz="2800" b="1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3863819"/>
            <a:ext cx="4837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System Investigation</a:t>
            </a:r>
            <a:endParaRPr lang="en-IN" sz="2800" b="1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0" y="5380731"/>
            <a:ext cx="3923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Types Of User</a:t>
            </a:r>
            <a:endParaRPr lang="en-IN" sz="2800" b="1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761767" y="2376373"/>
            <a:ext cx="3498112" cy="3498112"/>
          </a:xfrm>
          <a:prstGeom prst="ellipse">
            <a:avLst/>
          </a:prstGeom>
          <a:blipFill>
            <a:blip r:embed="rId3"/>
            <a:srcRect/>
            <a:stretch>
              <a:fillRect l="-18437" t="1631" r="-18437" b="1631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/>
          <p:cNvSpPr/>
          <p:nvPr/>
        </p:nvSpPr>
        <p:spPr>
          <a:xfrm>
            <a:off x="7761767" y="2376373"/>
            <a:ext cx="3498112" cy="3498112"/>
          </a:xfrm>
          <a:prstGeom prst="ellipse">
            <a:avLst/>
          </a:prstGeom>
          <a:solidFill>
            <a:schemeClr val="tx1">
              <a:alpha val="68000"/>
            </a:schemeClr>
          </a:solidFill>
          <a:ln w="38100">
            <a:noFill/>
          </a:ln>
          <a:effectLst>
            <a:innerShdw blurRad="1181100">
              <a:schemeClr val="tx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7926572" y="3525264"/>
            <a:ext cx="31685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F</a:t>
            </a:r>
            <a:r>
              <a:rPr lang="en-IN" sz="4400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OO</a:t>
            </a:r>
            <a:r>
              <a:rPr lang="en-IN" sz="3600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D PARADISE</a:t>
            </a:r>
            <a:endParaRPr lang="en-IN" sz="3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29753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318 0.00416 L -6.25E-7 3.7037E-6 " pathEditMode="relative" rAng="0" ptsTypes="AA">
                                      <p:cBhvr>
                                        <p:cTn id="11" dur="2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159" y="-208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35" presetClass="path" presetSubtype="0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41276 -0.00324 L 4.79167E-6 -3.7037E-7 " pathEditMode="relative" rAng="0" ptsTypes="AA">
                                      <p:cBhvr>
                                        <p:cTn id="13" dur="20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38" y="16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35" presetClass="path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31419 0.0037 L 4.79167E-6 4.81481E-6 " pathEditMode="relative" rAng="0" ptsTypes="AA">
                                      <p:cBhvr>
                                        <p:cTn id="15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03" y="-185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  <p:bldP spid="20" grpId="0" animBg="1"/>
      <p:bldP spid="21" grpId="0" animBg="1"/>
      <p:bldP spid="25" grpId="0"/>
      <p:bldP spid="26" grpId="0"/>
      <p:bldP spid="27" grpId="0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 54"/>
          <p:cNvSpPr/>
          <p:nvPr/>
        </p:nvSpPr>
        <p:spPr>
          <a:xfrm rot="2373580">
            <a:off x="-4726724" y="-1127885"/>
            <a:ext cx="5036594" cy="838200"/>
          </a:xfrm>
          <a:custGeom>
            <a:avLst/>
            <a:gdLst>
              <a:gd name="connsiteX0" fmla="*/ 0 w 5036594"/>
              <a:gd name="connsiteY0" fmla="*/ 0 h 838200"/>
              <a:gd name="connsiteX1" fmla="*/ 4598444 w 5036594"/>
              <a:gd name="connsiteY1" fmla="*/ 0 h 838200"/>
              <a:gd name="connsiteX2" fmla="*/ 4598445 w 5036594"/>
              <a:gd name="connsiteY2" fmla="*/ 1920 h 838200"/>
              <a:gd name="connsiteX3" fmla="*/ 4617494 w 5036594"/>
              <a:gd name="connsiteY3" fmla="*/ 0 h 838200"/>
              <a:gd name="connsiteX4" fmla="*/ 5036594 w 5036594"/>
              <a:gd name="connsiteY4" fmla="*/ 419100 h 838200"/>
              <a:gd name="connsiteX5" fmla="*/ 4617494 w 5036594"/>
              <a:gd name="connsiteY5" fmla="*/ 838200 h 838200"/>
              <a:gd name="connsiteX6" fmla="*/ 4598444 w 5036594"/>
              <a:gd name="connsiteY6" fmla="*/ 836280 h 838200"/>
              <a:gd name="connsiteX7" fmla="*/ 4598444 w 5036594"/>
              <a:gd name="connsiteY7" fmla="*/ 838200 h 838200"/>
              <a:gd name="connsiteX8" fmla="*/ 692426 w 5036594"/>
              <a:gd name="connsiteY8" fmla="*/ 838200 h 838200"/>
              <a:gd name="connsiteX9" fmla="*/ 0 w 5036594"/>
              <a:gd name="connsiteY9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6594" h="838200">
                <a:moveTo>
                  <a:pt x="0" y="0"/>
                </a:moveTo>
                <a:lnTo>
                  <a:pt x="4598444" y="0"/>
                </a:lnTo>
                <a:lnTo>
                  <a:pt x="4598445" y="1920"/>
                </a:lnTo>
                <a:lnTo>
                  <a:pt x="4617494" y="0"/>
                </a:lnTo>
                <a:cubicBezTo>
                  <a:pt x="4848957" y="0"/>
                  <a:pt x="5036595" y="187637"/>
                  <a:pt x="5036594" y="419100"/>
                </a:cubicBezTo>
                <a:cubicBezTo>
                  <a:pt x="5036595" y="650563"/>
                  <a:pt x="4848958" y="838201"/>
                  <a:pt x="4617494" y="838200"/>
                </a:cubicBezTo>
                <a:lnTo>
                  <a:pt x="4598444" y="836280"/>
                </a:lnTo>
                <a:lnTo>
                  <a:pt x="4598444" y="838200"/>
                </a:lnTo>
                <a:lnTo>
                  <a:pt x="692426" y="8382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Freeform 55"/>
          <p:cNvSpPr/>
          <p:nvPr/>
        </p:nvSpPr>
        <p:spPr>
          <a:xfrm rot="2373580">
            <a:off x="-5952881" y="-2672399"/>
            <a:ext cx="6724283" cy="838200"/>
          </a:xfrm>
          <a:custGeom>
            <a:avLst/>
            <a:gdLst>
              <a:gd name="connsiteX0" fmla="*/ 0 w 5036594"/>
              <a:gd name="connsiteY0" fmla="*/ 0 h 838200"/>
              <a:gd name="connsiteX1" fmla="*/ 4598444 w 5036594"/>
              <a:gd name="connsiteY1" fmla="*/ 0 h 838200"/>
              <a:gd name="connsiteX2" fmla="*/ 4598445 w 5036594"/>
              <a:gd name="connsiteY2" fmla="*/ 1920 h 838200"/>
              <a:gd name="connsiteX3" fmla="*/ 4617494 w 5036594"/>
              <a:gd name="connsiteY3" fmla="*/ 0 h 838200"/>
              <a:gd name="connsiteX4" fmla="*/ 5036594 w 5036594"/>
              <a:gd name="connsiteY4" fmla="*/ 419100 h 838200"/>
              <a:gd name="connsiteX5" fmla="*/ 4617494 w 5036594"/>
              <a:gd name="connsiteY5" fmla="*/ 838200 h 838200"/>
              <a:gd name="connsiteX6" fmla="*/ 4598444 w 5036594"/>
              <a:gd name="connsiteY6" fmla="*/ 836280 h 838200"/>
              <a:gd name="connsiteX7" fmla="*/ 4598444 w 5036594"/>
              <a:gd name="connsiteY7" fmla="*/ 838200 h 838200"/>
              <a:gd name="connsiteX8" fmla="*/ 692426 w 5036594"/>
              <a:gd name="connsiteY8" fmla="*/ 838200 h 838200"/>
              <a:gd name="connsiteX9" fmla="*/ 0 w 5036594"/>
              <a:gd name="connsiteY9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6594" h="838200">
                <a:moveTo>
                  <a:pt x="0" y="0"/>
                </a:moveTo>
                <a:lnTo>
                  <a:pt x="4598444" y="0"/>
                </a:lnTo>
                <a:lnTo>
                  <a:pt x="4598445" y="1920"/>
                </a:lnTo>
                <a:lnTo>
                  <a:pt x="4617494" y="0"/>
                </a:lnTo>
                <a:cubicBezTo>
                  <a:pt x="4848957" y="0"/>
                  <a:pt x="5036595" y="187637"/>
                  <a:pt x="5036594" y="419100"/>
                </a:cubicBezTo>
                <a:cubicBezTo>
                  <a:pt x="5036595" y="650563"/>
                  <a:pt x="4848958" y="838201"/>
                  <a:pt x="4617494" y="838200"/>
                </a:cubicBezTo>
                <a:lnTo>
                  <a:pt x="4598444" y="836280"/>
                </a:lnTo>
                <a:lnTo>
                  <a:pt x="4598444" y="838200"/>
                </a:lnTo>
                <a:lnTo>
                  <a:pt x="692426" y="8382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Freeform 32"/>
          <p:cNvSpPr/>
          <p:nvPr/>
        </p:nvSpPr>
        <p:spPr>
          <a:xfrm rot="2373580">
            <a:off x="-4804236" y="1361668"/>
            <a:ext cx="5036594" cy="838200"/>
          </a:xfrm>
          <a:custGeom>
            <a:avLst/>
            <a:gdLst>
              <a:gd name="connsiteX0" fmla="*/ 0 w 5036594"/>
              <a:gd name="connsiteY0" fmla="*/ 0 h 838200"/>
              <a:gd name="connsiteX1" fmla="*/ 4598444 w 5036594"/>
              <a:gd name="connsiteY1" fmla="*/ 0 h 838200"/>
              <a:gd name="connsiteX2" fmla="*/ 4598445 w 5036594"/>
              <a:gd name="connsiteY2" fmla="*/ 1920 h 838200"/>
              <a:gd name="connsiteX3" fmla="*/ 4617494 w 5036594"/>
              <a:gd name="connsiteY3" fmla="*/ 0 h 838200"/>
              <a:gd name="connsiteX4" fmla="*/ 5036594 w 5036594"/>
              <a:gd name="connsiteY4" fmla="*/ 419100 h 838200"/>
              <a:gd name="connsiteX5" fmla="*/ 4617494 w 5036594"/>
              <a:gd name="connsiteY5" fmla="*/ 838200 h 838200"/>
              <a:gd name="connsiteX6" fmla="*/ 4598444 w 5036594"/>
              <a:gd name="connsiteY6" fmla="*/ 836280 h 838200"/>
              <a:gd name="connsiteX7" fmla="*/ 4598444 w 5036594"/>
              <a:gd name="connsiteY7" fmla="*/ 838200 h 838200"/>
              <a:gd name="connsiteX8" fmla="*/ 692426 w 5036594"/>
              <a:gd name="connsiteY8" fmla="*/ 838200 h 838200"/>
              <a:gd name="connsiteX9" fmla="*/ 0 w 5036594"/>
              <a:gd name="connsiteY9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6594" h="838200">
                <a:moveTo>
                  <a:pt x="0" y="0"/>
                </a:moveTo>
                <a:lnTo>
                  <a:pt x="4598444" y="0"/>
                </a:lnTo>
                <a:lnTo>
                  <a:pt x="4598445" y="1920"/>
                </a:lnTo>
                <a:lnTo>
                  <a:pt x="4617494" y="0"/>
                </a:lnTo>
                <a:cubicBezTo>
                  <a:pt x="4848957" y="0"/>
                  <a:pt x="5036595" y="187637"/>
                  <a:pt x="5036594" y="419100"/>
                </a:cubicBezTo>
                <a:cubicBezTo>
                  <a:pt x="5036595" y="650563"/>
                  <a:pt x="4848958" y="838201"/>
                  <a:pt x="4617494" y="838200"/>
                </a:cubicBezTo>
                <a:lnTo>
                  <a:pt x="4598444" y="836280"/>
                </a:lnTo>
                <a:lnTo>
                  <a:pt x="4598444" y="838200"/>
                </a:lnTo>
                <a:lnTo>
                  <a:pt x="692426" y="8382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Freeform 53"/>
          <p:cNvSpPr/>
          <p:nvPr/>
        </p:nvSpPr>
        <p:spPr>
          <a:xfrm rot="2373580">
            <a:off x="-4726725" y="134897"/>
            <a:ext cx="5036594" cy="838200"/>
          </a:xfrm>
          <a:custGeom>
            <a:avLst/>
            <a:gdLst>
              <a:gd name="connsiteX0" fmla="*/ 0 w 5036594"/>
              <a:gd name="connsiteY0" fmla="*/ 0 h 838200"/>
              <a:gd name="connsiteX1" fmla="*/ 4598444 w 5036594"/>
              <a:gd name="connsiteY1" fmla="*/ 0 h 838200"/>
              <a:gd name="connsiteX2" fmla="*/ 4598445 w 5036594"/>
              <a:gd name="connsiteY2" fmla="*/ 1920 h 838200"/>
              <a:gd name="connsiteX3" fmla="*/ 4617494 w 5036594"/>
              <a:gd name="connsiteY3" fmla="*/ 0 h 838200"/>
              <a:gd name="connsiteX4" fmla="*/ 5036594 w 5036594"/>
              <a:gd name="connsiteY4" fmla="*/ 419100 h 838200"/>
              <a:gd name="connsiteX5" fmla="*/ 4617494 w 5036594"/>
              <a:gd name="connsiteY5" fmla="*/ 838200 h 838200"/>
              <a:gd name="connsiteX6" fmla="*/ 4598444 w 5036594"/>
              <a:gd name="connsiteY6" fmla="*/ 836280 h 838200"/>
              <a:gd name="connsiteX7" fmla="*/ 4598444 w 5036594"/>
              <a:gd name="connsiteY7" fmla="*/ 838200 h 838200"/>
              <a:gd name="connsiteX8" fmla="*/ 692426 w 5036594"/>
              <a:gd name="connsiteY8" fmla="*/ 838200 h 838200"/>
              <a:gd name="connsiteX9" fmla="*/ 0 w 5036594"/>
              <a:gd name="connsiteY9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6594" h="838200">
                <a:moveTo>
                  <a:pt x="0" y="0"/>
                </a:moveTo>
                <a:lnTo>
                  <a:pt x="4598444" y="0"/>
                </a:lnTo>
                <a:lnTo>
                  <a:pt x="4598445" y="1920"/>
                </a:lnTo>
                <a:lnTo>
                  <a:pt x="4617494" y="0"/>
                </a:lnTo>
                <a:cubicBezTo>
                  <a:pt x="4848957" y="0"/>
                  <a:pt x="5036595" y="187637"/>
                  <a:pt x="5036594" y="419100"/>
                </a:cubicBezTo>
                <a:cubicBezTo>
                  <a:pt x="5036595" y="650563"/>
                  <a:pt x="4848958" y="838201"/>
                  <a:pt x="4617494" y="838200"/>
                </a:cubicBezTo>
                <a:lnTo>
                  <a:pt x="4598444" y="836280"/>
                </a:lnTo>
                <a:lnTo>
                  <a:pt x="4598444" y="838200"/>
                </a:lnTo>
                <a:lnTo>
                  <a:pt x="692426" y="8382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192000" cy="110799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76200" dist="63500" dir="2700000" algn="tl" rotWithShape="0">
                    <a:prstClr val="black">
                      <a:alpha val="40000"/>
                    </a:prstClr>
                  </a:outerShdw>
                </a:effectLst>
              </a:rPr>
              <a:t>Types of user</a:t>
            </a:r>
            <a:endParaRPr lang="en-IN" sz="6600" b="1" dirty="0">
              <a:solidFill>
                <a:schemeClr val="bg1">
                  <a:lumMod val="95000"/>
                </a:schemeClr>
              </a:solidFill>
              <a:effectLst>
                <a:outerShdw blurRad="76200" dist="635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0" y="1107996"/>
            <a:ext cx="12192000" cy="5750004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/>
          <p:cNvSpPr/>
          <p:nvPr/>
        </p:nvSpPr>
        <p:spPr>
          <a:xfrm>
            <a:off x="4416856" y="2275884"/>
            <a:ext cx="3168502" cy="3168502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 cap="rnd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63500" dist="76200" dir="2700000" algn="tl" rotWithShape="0">
                    <a:schemeClr val="tx1">
                      <a:alpha val="40000"/>
                    </a:schemeClr>
                  </a:outerShdw>
                </a:effectLst>
                <a:latin typeface="Berlin Sans FB Demi" panose="020E0802020502020306" pitchFamily="34" charset="0"/>
              </a:rPr>
              <a:t>USER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63500" dist="76200" dir="2700000" algn="tl" rotWithShape="0">
                  <a:schemeClr val="tx1">
                    <a:alpha val="40000"/>
                  </a:schemeClr>
                </a:outerShdw>
              </a:effectLst>
              <a:latin typeface="Berlin Sans FB Demi" panose="020E0802020502020306" pitchFamily="34" charset="0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8392546" y="2182148"/>
            <a:ext cx="3168502" cy="3168502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 cap="rnd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63500" dist="76200" dir="2700000" algn="tl" rotWithShape="0">
                    <a:schemeClr val="tx1">
                      <a:alpha val="40000"/>
                    </a:schemeClr>
                  </a:outerShdw>
                </a:effectLst>
                <a:latin typeface="Berlin Sans FB Demi" panose="020E0802020502020306" pitchFamily="34" charset="0"/>
              </a:rPr>
              <a:t>GUEST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63500" dist="76200" dir="2700000" algn="tl" rotWithShape="0">
                  <a:schemeClr val="tx1">
                    <a:alpha val="40000"/>
                  </a:schemeClr>
                </a:outerShdw>
              </a:effectLst>
              <a:latin typeface="Berlin Sans FB Demi" panose="020E0802020502020306" pitchFamily="34" charset="0"/>
            </a:endParaRPr>
          </a:p>
        </p:txBody>
      </p:sp>
      <p:sp>
        <p:nvSpPr>
          <p:cNvPr id="69" name="Freeform 68"/>
          <p:cNvSpPr/>
          <p:nvPr/>
        </p:nvSpPr>
        <p:spPr>
          <a:xfrm rot="2373580">
            <a:off x="-4651836" y="1514068"/>
            <a:ext cx="5036594" cy="838200"/>
          </a:xfrm>
          <a:custGeom>
            <a:avLst/>
            <a:gdLst>
              <a:gd name="connsiteX0" fmla="*/ 0 w 5036594"/>
              <a:gd name="connsiteY0" fmla="*/ 0 h 838200"/>
              <a:gd name="connsiteX1" fmla="*/ 4598444 w 5036594"/>
              <a:gd name="connsiteY1" fmla="*/ 0 h 838200"/>
              <a:gd name="connsiteX2" fmla="*/ 4598445 w 5036594"/>
              <a:gd name="connsiteY2" fmla="*/ 1920 h 838200"/>
              <a:gd name="connsiteX3" fmla="*/ 4617494 w 5036594"/>
              <a:gd name="connsiteY3" fmla="*/ 0 h 838200"/>
              <a:gd name="connsiteX4" fmla="*/ 5036594 w 5036594"/>
              <a:gd name="connsiteY4" fmla="*/ 419100 h 838200"/>
              <a:gd name="connsiteX5" fmla="*/ 4617494 w 5036594"/>
              <a:gd name="connsiteY5" fmla="*/ 838200 h 838200"/>
              <a:gd name="connsiteX6" fmla="*/ 4598444 w 5036594"/>
              <a:gd name="connsiteY6" fmla="*/ 836280 h 838200"/>
              <a:gd name="connsiteX7" fmla="*/ 4598444 w 5036594"/>
              <a:gd name="connsiteY7" fmla="*/ 838200 h 838200"/>
              <a:gd name="connsiteX8" fmla="*/ 692426 w 5036594"/>
              <a:gd name="connsiteY8" fmla="*/ 838200 h 838200"/>
              <a:gd name="connsiteX9" fmla="*/ 0 w 5036594"/>
              <a:gd name="connsiteY9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6594" h="838200">
                <a:moveTo>
                  <a:pt x="0" y="0"/>
                </a:moveTo>
                <a:lnTo>
                  <a:pt x="4598444" y="0"/>
                </a:lnTo>
                <a:lnTo>
                  <a:pt x="4598445" y="1920"/>
                </a:lnTo>
                <a:lnTo>
                  <a:pt x="4617494" y="0"/>
                </a:lnTo>
                <a:cubicBezTo>
                  <a:pt x="4848957" y="0"/>
                  <a:pt x="5036595" y="187637"/>
                  <a:pt x="5036594" y="419100"/>
                </a:cubicBezTo>
                <a:cubicBezTo>
                  <a:pt x="5036595" y="650563"/>
                  <a:pt x="4848958" y="838201"/>
                  <a:pt x="4617494" y="838200"/>
                </a:cubicBezTo>
                <a:lnTo>
                  <a:pt x="4598444" y="836280"/>
                </a:lnTo>
                <a:lnTo>
                  <a:pt x="4598444" y="838200"/>
                </a:lnTo>
                <a:lnTo>
                  <a:pt x="692426" y="8382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/>
          <p:cNvSpPr/>
          <p:nvPr/>
        </p:nvSpPr>
        <p:spPr>
          <a:xfrm>
            <a:off x="625464" y="2182148"/>
            <a:ext cx="3168502" cy="3168502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 cap="rnd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63500" dist="76200" dir="2700000" algn="tl" rotWithShape="0">
                    <a:schemeClr val="tx1">
                      <a:alpha val="40000"/>
                    </a:schemeClr>
                  </a:outerShdw>
                </a:effectLst>
                <a:latin typeface="Berlin Sans FB Demi" panose="020E0802020502020306" pitchFamily="34" charset="0"/>
              </a:rPr>
              <a:t>ADMIN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63500" dist="76200" dir="2700000" algn="tl" rotWithShape="0">
                  <a:schemeClr val="tx1">
                    <a:alpha val="40000"/>
                  </a:scheme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5066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9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33333E-6 -1.85185E-6 L 0.32422 0.4608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28" y="2342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9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08333E-7 2.96296E-6 L 0.31862 0.4599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37" y="2298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9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08333E-7 7.40741E-7 L 0.31758 0.4650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85" y="23241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9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8021 -0.11968 L 0.28789 0.4194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11" y="26968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33" grpId="0" animBg="1"/>
      <p:bldP spid="54" grpId="0" animBg="1"/>
      <p:bldP spid="5" grpId="0" animBg="1"/>
      <p:bldP spid="61" grpId="0" animBg="1"/>
      <p:bldP spid="62" grpId="0" animBg="1"/>
      <p:bldP spid="7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49</Words>
  <Application>Microsoft Office PowerPoint</Application>
  <PresentationFormat>Widescreen</PresentationFormat>
  <Paragraphs>21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Bauhaus 93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Hussain</dc:creator>
  <cp:lastModifiedBy>Hussain</cp:lastModifiedBy>
  <cp:revision>34</cp:revision>
  <dcterms:created xsi:type="dcterms:W3CDTF">2021-03-09T06:41:45Z</dcterms:created>
  <dcterms:modified xsi:type="dcterms:W3CDTF">2021-03-09T13:38:27Z</dcterms:modified>
</cp:coreProperties>
</file>